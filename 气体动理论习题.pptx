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8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87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7.w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9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11.wmf"/><Relationship Id="rId2" Type="http://schemas.openxmlformats.org/officeDocument/2006/relationships/oleObject" Target="../embeddings/oleObject5.bin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7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3.xml"/><Relationship Id="rId4" Type="http://schemas.openxmlformats.org/officeDocument/2006/relationships/image" Target="../media/image16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5.wmf"/><Relationship Id="rId1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18.w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20.wmf"/><Relationship Id="rId2" Type="http://schemas.openxmlformats.org/officeDocument/2006/relationships/oleObject" Target="../embeddings/oleObject10.bin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6.xml"/><Relationship Id="rId3" Type="http://schemas.openxmlformats.org/officeDocument/2006/relationships/image" Target="../media/image22.wmf"/><Relationship Id="rId2" Type="http://schemas.openxmlformats.org/officeDocument/2006/relationships/oleObject" Target="../embeddings/oleObject11.bin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24.wmf"/><Relationship Id="rId2" Type="http://schemas.openxmlformats.org/officeDocument/2006/relationships/oleObject" Target="../embeddings/oleObject12.bin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26.wmf"/><Relationship Id="rId2" Type="http://schemas.openxmlformats.org/officeDocument/2006/relationships/oleObject" Target="../embeddings/oleObject13.bin"/><Relationship Id="rId1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3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9.xml"/><Relationship Id="rId4" Type="http://schemas.openxmlformats.org/officeDocument/2006/relationships/image" Target="../media/image28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30.w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image" Target="../media/image32.wmf"/><Relationship Id="rId2" Type="http://schemas.openxmlformats.org/officeDocument/2006/relationships/oleObject" Target="../embeddings/oleObject17.bin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Relationship Id="rId3" Type="http://schemas.openxmlformats.org/officeDocument/2006/relationships/image" Target="../media/image34.wmf"/><Relationship Id="rId2" Type="http://schemas.openxmlformats.org/officeDocument/2006/relationships/oleObject" Target="../embeddings/oleObject18.bin"/><Relationship Id="rId1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36.wmf"/><Relationship Id="rId2" Type="http://schemas.openxmlformats.org/officeDocument/2006/relationships/oleObject" Target="../embeddings/oleObject19.bin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8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image" Target="../media/image38.w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5.xml"/><Relationship Id="rId3" Type="http://schemas.openxmlformats.org/officeDocument/2006/relationships/image" Target="../media/image40.wmf"/><Relationship Id="rId2" Type="http://schemas.openxmlformats.org/officeDocument/2006/relationships/oleObject" Target="../embeddings/oleObject21.bin"/><Relationship Id="rId1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0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42.wmf"/><Relationship Id="rId2" Type="http://schemas.openxmlformats.org/officeDocument/2006/relationships/oleObject" Target="../embeddings/oleObject22.bin"/><Relationship Id="rId1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气体动理论习题课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62685" y="1080770"/>
            <a:ext cx="9086850" cy="16764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032000" y="3394710"/>
          <a:ext cx="6856876" cy="100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3" imgW="4572000" imgH="666750" progId="Paint.Picture">
                  <p:embed/>
                </p:oleObj>
              </mc:Choice>
              <mc:Fallback>
                <p:oleObj name="" r:id="rId3" imgW="4572000" imgH="6667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4">
                        <a:lum bright="-6000" contrast="-18000"/>
                      </a:blip>
                      <a:stretch>
                        <a:fillRect/>
                      </a:stretch>
                    </p:blipFill>
                    <p:spPr>
                      <a:xfrm>
                        <a:off x="2032000" y="3394710"/>
                        <a:ext cx="6856876" cy="100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20775" y="607060"/>
            <a:ext cx="9410700" cy="2686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84630" y="3805555"/>
            <a:ext cx="2918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答：</a:t>
            </a:r>
            <a:r>
              <a:rPr lang="en-US" altLang="zh-CN"/>
              <a:t>B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67180" y="857250"/>
            <a:ext cx="9058275" cy="18954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152650" y="3114675"/>
          <a:ext cx="8857392" cy="3072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905500" imgH="2047875" progId="Paint.Picture">
                  <p:embed/>
                </p:oleObj>
              </mc:Choice>
              <mc:Fallback>
                <p:oleObj name="" r:id="rId2" imgW="5905500" imgH="20478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30000"/>
                      </a:blip>
                      <a:stretch>
                        <a:fillRect/>
                      </a:stretch>
                    </p:blipFill>
                    <p:spPr>
                      <a:xfrm>
                        <a:off x="2152650" y="3114675"/>
                        <a:ext cx="8857392" cy="3072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1905" y="563245"/>
            <a:ext cx="8886825" cy="15525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510030" y="2823845"/>
          <a:ext cx="7414501" cy="1886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4943475" imgH="1257300" progId="Paint.Picture">
                  <p:embed/>
                </p:oleObj>
              </mc:Choice>
              <mc:Fallback>
                <p:oleObj name="" r:id="rId2" imgW="4943475" imgH="125730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1510030" y="2823845"/>
                        <a:ext cx="7414501" cy="1886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03630" y="593725"/>
            <a:ext cx="8763000" cy="12573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901190" y="2546985"/>
          <a:ext cx="7858510" cy="264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238750" imgH="1762125" progId="Paint.Picture">
                  <p:embed/>
                </p:oleObj>
              </mc:Choice>
              <mc:Fallback>
                <p:oleObj name="" r:id="rId2" imgW="5238750" imgH="17621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1901190" y="2546985"/>
                        <a:ext cx="7858510" cy="2643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5550" y="578485"/>
            <a:ext cx="8810625" cy="19431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434590" y="3114675"/>
          <a:ext cx="7616751" cy="1971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076825" imgH="1314450" progId="Paint.Picture">
                  <p:embed/>
                </p:oleObj>
              </mc:Choice>
              <mc:Fallback>
                <p:oleObj name="" r:id="rId2" imgW="5076825" imgH="13144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2434590" y="3114675"/>
                        <a:ext cx="7616751" cy="19715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5205" y="1069975"/>
            <a:ext cx="8648700" cy="533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55" y="1422400"/>
            <a:ext cx="5943600" cy="1085850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25955" y="2726690"/>
          <a:ext cx="7387044" cy="3600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4924425" imgH="2400300" progId="Paint.Picture">
                  <p:embed/>
                </p:oleObj>
              </mc:Choice>
              <mc:Fallback>
                <p:oleObj name="" r:id="rId3" imgW="4924425" imgH="2400300" progId="Paint.Picture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1925955" y="2726690"/>
                        <a:ext cx="7387044" cy="36007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11250" y="3613785"/>
          <a:ext cx="8814418" cy="3271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5876925" imgH="2181225" progId="Paint.Picture">
                  <p:embed/>
                </p:oleObj>
              </mc:Choice>
              <mc:Fallback>
                <p:oleObj name="" r:id="rId1" imgW="5876925" imgH="21812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1111250" y="3613785"/>
                        <a:ext cx="8814418" cy="3271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内容占位符 7"/>
          <p:cNvGraphicFramePr>
            <a:graphicFrameLocks noChangeAspect="1"/>
          </p:cNvGraphicFramePr>
          <p:nvPr>
            <p:ph idx="1"/>
          </p:nvPr>
        </p:nvGraphicFramePr>
        <p:xfrm>
          <a:off x="1026160" y="118110"/>
          <a:ext cx="9791700" cy="349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9791700" imgH="3495675" progId="Paint.Picture">
                  <p:embed/>
                </p:oleObj>
              </mc:Choice>
              <mc:Fallback>
                <p:oleObj name="" r:id="rId3" imgW="9791700" imgH="3495675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6160" y="118110"/>
                        <a:ext cx="9791700" cy="3495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8565" y="601980"/>
            <a:ext cx="9115425" cy="10953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786255" y="2637790"/>
          <a:ext cx="8329432" cy="237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553075" imgH="1581150" progId="Paint.Picture">
                  <p:embed/>
                </p:oleObj>
              </mc:Choice>
              <mc:Fallback>
                <p:oleObj name="" r:id="rId2" imgW="5553075" imgH="15811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1786255" y="2637790"/>
                        <a:ext cx="8329432" cy="2371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14475" y="892175"/>
            <a:ext cx="9163050" cy="12192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230755" y="2826385"/>
          <a:ext cx="7972626" cy="2043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314950" imgH="1362075" progId="Paint.Picture">
                  <p:embed/>
                </p:oleObj>
              </mc:Choice>
              <mc:Fallback>
                <p:oleObj name="" r:id="rId2" imgW="5314950" imgH="13620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2230755" y="2826385"/>
                        <a:ext cx="7972626" cy="2043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7105" y="351155"/>
            <a:ext cx="9229725" cy="18383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74445" y="2189480"/>
          <a:ext cx="9130012" cy="4443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6086475" imgH="2962275" progId="Paint.Picture">
                  <p:embed/>
                </p:oleObj>
              </mc:Choice>
              <mc:Fallback>
                <p:oleObj name="" r:id="rId2" imgW="6086475" imgH="29622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1274445" y="2189480"/>
                        <a:ext cx="9130012" cy="44436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4885" y="987425"/>
            <a:ext cx="9001125" cy="5429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362710" y="2385695"/>
          <a:ext cx="8472084" cy="2471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648325" imgH="1647825" progId="Paint.Picture">
                  <p:embed/>
                </p:oleObj>
              </mc:Choice>
              <mc:Fallback>
                <p:oleObj name="" r:id="rId2" imgW="5648325" imgH="16478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1362710" y="2385695"/>
                        <a:ext cx="8472084" cy="2471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9785" y="586740"/>
            <a:ext cx="9086850" cy="20478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71905" y="3251200"/>
          <a:ext cx="7916630" cy="2771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276850" imgH="1847850" progId="Paint.Picture">
                  <p:embed/>
                </p:oleObj>
              </mc:Choice>
              <mc:Fallback>
                <p:oleObj name="" r:id="rId2" imgW="5276850" imgH="18478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1271905" y="3251200"/>
                        <a:ext cx="7916630" cy="2771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395730" y="3763645"/>
          <a:ext cx="7870710" cy="1643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5248275" imgH="1095375" progId="Paint.Picture">
                  <p:embed/>
                </p:oleObj>
              </mc:Choice>
              <mc:Fallback>
                <p:oleObj name="" r:id="rId1" imgW="5248275" imgH="10953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>
                        <a:lum bright="-6000" contrast="-12000"/>
                      </a:blip>
                      <a:stretch>
                        <a:fillRect/>
                      </a:stretch>
                    </p:blipFill>
                    <p:spPr>
                      <a:xfrm>
                        <a:off x="1395730" y="3763645"/>
                        <a:ext cx="7870710" cy="1643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内容占位符 7"/>
          <p:cNvGraphicFramePr>
            <a:graphicFrameLocks noChangeAspect="1"/>
          </p:cNvGraphicFramePr>
          <p:nvPr>
            <p:ph idx="1"/>
          </p:nvPr>
        </p:nvGraphicFramePr>
        <p:xfrm>
          <a:off x="1408430" y="700405"/>
          <a:ext cx="7858125" cy="291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7858125" imgH="2914650" progId="Paint.Picture">
                  <p:embed/>
                </p:oleObj>
              </mc:Choice>
              <mc:Fallback>
                <p:oleObj name="" r:id="rId3" imgW="7858125" imgH="2914650" progId="Paint.Picture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8430" y="700405"/>
                        <a:ext cx="7858125" cy="291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68730" y="916305"/>
            <a:ext cx="8724900" cy="1971675"/>
          </a:xfrm>
          <a:prstGeom prst="rect">
            <a:avLst/>
          </a:prstGeom>
        </p:spPr>
      </p:pic>
      <p:graphicFrame>
        <p:nvGraphicFramePr>
          <p:cNvPr id="7" name="对象 6"/>
          <p:cNvGraphicFramePr/>
          <p:nvPr/>
        </p:nvGraphicFramePr>
        <p:xfrm>
          <a:off x="1530350" y="3304540"/>
          <a:ext cx="7626350" cy="2554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2" imgW="7620000" imgH="2552700" progId="Paint.Picture">
                  <p:embed/>
                </p:oleObj>
              </mc:Choice>
              <mc:Fallback>
                <p:oleObj name="" r:id="rId2" imgW="7620000" imgH="2552700" progId="Paint.Picture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30350" y="3304540"/>
                        <a:ext cx="7626350" cy="25546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5370" y="823595"/>
            <a:ext cx="9248775" cy="1866900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55370" y="3246120"/>
          <a:ext cx="8430290" cy="2486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619750" imgH="1657350" progId="Paint.Picture">
                  <p:embed/>
                </p:oleObj>
              </mc:Choice>
              <mc:Fallback>
                <p:oleObj name="" r:id="rId2" imgW="5619750" imgH="1657350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1055370" y="3246120"/>
                        <a:ext cx="8430290" cy="2486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1625" y="980440"/>
            <a:ext cx="9048750" cy="138112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70050" y="2595880"/>
          <a:ext cx="8472045" cy="2243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648325" imgH="1495425" progId="Paint.Picture">
                  <p:embed/>
                </p:oleObj>
              </mc:Choice>
              <mc:Fallback>
                <p:oleObj name="" r:id="rId2" imgW="5648325" imgH="149542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1670050" y="2595880"/>
                        <a:ext cx="8472045" cy="2243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8135" y="721995"/>
            <a:ext cx="8401050" cy="17049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795145" y="2641600"/>
          <a:ext cx="7986837" cy="398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324475" imgH="2657475" progId="Paint.Picture">
                  <p:embed/>
                </p:oleObj>
              </mc:Choice>
              <mc:Fallback>
                <p:oleObj name="" r:id="rId2" imgW="5324475" imgH="26574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6000"/>
                      </a:blip>
                      <a:stretch>
                        <a:fillRect/>
                      </a:stretch>
                    </p:blipFill>
                    <p:spPr>
                      <a:xfrm>
                        <a:off x="1795145" y="2641600"/>
                        <a:ext cx="7986837" cy="3986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13435" y="0"/>
            <a:ext cx="9124950" cy="1800225"/>
          </a:xfrm>
          <a:prstGeom prst="rect">
            <a:avLst/>
          </a:prstGeom>
        </p:spPr>
      </p:pic>
      <p:graphicFrame>
        <p:nvGraphicFramePr>
          <p:cNvPr id="2" name="对象 1"/>
          <p:cNvGraphicFramePr/>
          <p:nvPr/>
        </p:nvGraphicFramePr>
        <p:xfrm>
          <a:off x="1464945" y="1707515"/>
          <a:ext cx="7635240" cy="507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7629525" imgH="5067300" progId="Paint.Picture">
                  <p:embed/>
                </p:oleObj>
              </mc:Choice>
              <mc:Fallback>
                <p:oleObj name="" r:id="rId2" imgW="7629525" imgH="506730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64945" y="1707515"/>
                        <a:ext cx="7635240" cy="5071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2830" y="887730"/>
            <a:ext cx="9277350" cy="1495425"/>
          </a:xfrm>
          <a:prstGeom prst="rect">
            <a:avLst/>
          </a:prstGeom>
        </p:spPr>
      </p:pic>
      <p:graphicFrame>
        <p:nvGraphicFramePr>
          <p:cNvPr id="2" name="对象 1"/>
          <p:cNvGraphicFramePr/>
          <p:nvPr/>
        </p:nvGraphicFramePr>
        <p:xfrm>
          <a:off x="1725930" y="2514600"/>
          <a:ext cx="7931150" cy="401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7924800" imgH="4010025" progId="Paint.Picture">
                  <p:embed/>
                </p:oleObj>
              </mc:Choice>
              <mc:Fallback>
                <p:oleObj name="" r:id="rId2" imgW="7924800" imgH="4010025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25930" y="2514600"/>
                        <a:ext cx="7931150" cy="401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1670" y="135255"/>
            <a:ext cx="9258300" cy="159067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276985" y="1725930"/>
          <a:ext cx="6809553" cy="4891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2" imgW="5238750" imgH="3762375" progId="Paint.Picture">
                  <p:embed/>
                </p:oleObj>
              </mc:Choice>
              <mc:Fallback>
                <p:oleObj name="" r:id="rId2" imgW="5238750" imgH="3762375" progId="Paint.Picture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3">
                        <a:lum bright="-6000" contrast="-18000"/>
                      </a:blip>
                      <a:stretch>
                        <a:fillRect/>
                      </a:stretch>
                    </p:blipFill>
                    <p:spPr>
                      <a:xfrm>
                        <a:off x="1276985" y="1725930"/>
                        <a:ext cx="6809553" cy="4891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486140" y="1941830"/>
            <a:ext cx="3131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>
                <a:solidFill>
                  <a:srgbClr val="FF0000"/>
                </a:solidFill>
              </a:rPr>
              <a:t>修正：由于刚性</a:t>
            </a:r>
            <a:r>
              <a:rPr lang="en-US" altLang="zh-CN">
                <a:solidFill>
                  <a:srgbClr val="FF0000"/>
                </a:solidFill>
              </a:rPr>
              <a:t>CO</a:t>
            </a:r>
            <a:r>
              <a:rPr lang="en-US" altLang="zh-CN" baseline="-25000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分子的三个原子正好处于一条直线上，转动自由度仅为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，总自由度应当改为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 baseline="-25000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PLACING_PICTURE_USER_VIEWPORT" val="{&quot;height&quot;:2640,&quot;width&quot;:14310}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7.xml><?xml version="1.0" encoding="utf-8"?>
<p:tagLst xmlns:p="http://schemas.openxmlformats.org/presentationml/2006/main">
  <p:tag name="COMMONDATA" val="eyJoZGlkIjoiZDNjMzBlNmI0YzJhZGJiOTVhNTI4OWExMDMzYjg0ZDIifQ=="/>
  <p:tag name="commondata" val="eyJoZGlkIjoiZmFlOTQ0YmRhZWIxNmVkMDU1MzQwNjE0NDZhODM0MmI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WPS 演示</Application>
  <PresentationFormat>宽屏</PresentationFormat>
  <Paragraphs>6</Paragraphs>
  <Slides>22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22</vt:i4>
      </vt:variant>
      <vt:variant>
        <vt:lpstr>幻灯片标题</vt:lpstr>
      </vt:variant>
      <vt:variant>
        <vt:i4>22</vt:i4>
      </vt:variant>
    </vt:vector>
  </HeadingPairs>
  <TitlesOfParts>
    <vt:vector size="5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Office 主题​​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气体动理论习题课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183</cp:revision>
  <dcterms:created xsi:type="dcterms:W3CDTF">2019-06-19T02:08:00Z</dcterms:created>
  <dcterms:modified xsi:type="dcterms:W3CDTF">2024-11-10T11:29:16Z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4C1D7CAB4458404BBE0F13A13FA78E27</vt:lpwstr>
  </property>
</Properties>
</file>