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2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DD20F-4FCE-421D-9046-62AE44DCFBD3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CE445-54EE-41FE-80DC-1387918E96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CE445-54EE-41FE-80DC-1387918E965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868F6-116B-434D-9B64-F2C80802E90E}" type="datetimeFigureOut">
              <a:rPr lang="zh-CN" altLang="en-US" smtClean="0"/>
              <a:pPr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290CB-D4FD-45DE-B99B-5B0C0FAFD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第十章 波动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习题课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8529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答案：</a:t>
            </a:r>
            <a:r>
              <a:rPr lang="en-US" altLang="zh-CN" dirty="0" smtClean="0"/>
              <a:t>C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85" y="260985"/>
            <a:ext cx="9356090" cy="199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0"/>
            <a:ext cx="7990883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929066"/>
            <a:ext cx="47720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924944"/>
            <a:ext cx="31718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4664"/>
            <a:ext cx="7920880" cy="2165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260648"/>
            <a:ext cx="71437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115695" y="534733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zh-CN" altLang="en-US" dirty="0" smtClean="0">
                <a:sym typeface="+mn-ea"/>
              </a:rPr>
              <a:t>答案：</a:t>
            </a:r>
            <a:r>
              <a:rPr lang="en-US" altLang="zh-CN" dirty="0" smtClean="0">
                <a:sym typeface="+mn-ea"/>
              </a:rPr>
              <a:t>C</a:t>
            </a:r>
          </a:p>
        </p:txBody>
      </p:sp>
      <p:graphicFrame>
        <p:nvGraphicFramePr>
          <p:cNvPr id="3" name="对象 2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115695" y="2564765"/>
          <a:ext cx="5023485" cy="2621280"/>
        </p:xfrm>
        <a:graphic>
          <a:graphicData uri="http://schemas.openxmlformats.org/presentationml/2006/ole">
            <p:oleObj spid="_x0000_s1025" r:id="rId5" imgW="5020376" imgH="2619048" progId="PBrush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7" y="332656"/>
            <a:ext cx="804032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924944"/>
            <a:ext cx="486727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27405" y="609346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zh-CN" altLang="en-US" dirty="0" smtClean="0">
                <a:sym typeface="+mn-ea"/>
              </a:rPr>
              <a:t>答案：</a:t>
            </a:r>
            <a:r>
              <a:rPr lang="en-US" altLang="zh-CN" dirty="0" smtClean="0">
                <a:sym typeface="+mn-ea"/>
              </a:rPr>
              <a:t>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6568"/>
            <a:ext cx="7560840" cy="4972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0041" y="3573016"/>
            <a:ext cx="5116875" cy="264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48680"/>
            <a:ext cx="8630867" cy="105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636912"/>
            <a:ext cx="6281313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6"/>
            <a:ext cx="8188568" cy="80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650" y="2708910"/>
            <a:ext cx="651637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548680"/>
            <a:ext cx="8352929" cy="735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05" y="2132965"/>
            <a:ext cx="7322820" cy="120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20688"/>
            <a:ext cx="844711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405" y="2564765"/>
            <a:ext cx="7115175" cy="2521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82882"/>
            <a:ext cx="8424936" cy="80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215" y="2924810"/>
            <a:ext cx="7332980" cy="93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764704"/>
            <a:ext cx="7571429" cy="1361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550" y="2780665"/>
            <a:ext cx="6334760" cy="2152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188793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405" y="3789045"/>
            <a:ext cx="6193155" cy="2428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76672"/>
            <a:ext cx="7847620" cy="2466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05" y="2878455"/>
            <a:ext cx="5746750" cy="3987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568952" cy="817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795" y="2708910"/>
            <a:ext cx="7204710" cy="1278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7666667" cy="122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550" y="2573020"/>
            <a:ext cx="5881370" cy="197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748665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48680"/>
            <a:ext cx="6219316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405" y="2378075"/>
            <a:ext cx="7505065" cy="193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405" y="1772920"/>
            <a:ext cx="6080760" cy="502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620688"/>
            <a:ext cx="748665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68cae3c-b4ad-431f-8804-c5f56371df05"/>
  <p:tag name="COMMONDATA" val="eyJoZGlkIjoiZmFlOTQ0YmRhZWIxNmVkMDU1MzQwNjE0NDZhODM0M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</Words>
  <Application>WPS 演示</Application>
  <PresentationFormat>全屏显示(4:3)</PresentationFormat>
  <Paragraphs>6</Paragraphs>
  <Slides>20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Office 主题</vt:lpstr>
      <vt:lpstr>第十章 波动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Company>china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波动</dc:title>
  <dc:creator>Administrator</dc:creator>
  <cp:lastModifiedBy>Admin</cp:lastModifiedBy>
  <cp:revision>11</cp:revision>
  <dcterms:created xsi:type="dcterms:W3CDTF">2022-10-09T11:29:00Z</dcterms:created>
  <dcterms:modified xsi:type="dcterms:W3CDTF">2024-10-08T07:06:13Z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BACA2DCD7500440693B0CEF74E1AACF5_12</vt:lpwstr>
  </property>
  <property fmtid="{D5CDD505-2E9C-101B-9397-08002B2CF9AE}" pid="3" name="KSOProductBuildVer">
    <vt:lpwstr>2052-11.1.0.14309</vt:lpwstr>
  </property>
</Properties>
</file>