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55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9C99-AFB5-4D06-82B1-B5F635A3E968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208A-F9B5-4ABA-8E97-4BDED082C5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9C99-AFB5-4D06-82B1-B5F635A3E968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208A-F9B5-4ABA-8E97-4BDED082C5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9C99-AFB5-4D06-82B1-B5F635A3E968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208A-F9B5-4ABA-8E97-4BDED082C5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9C99-AFB5-4D06-82B1-B5F635A3E968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208A-F9B5-4ABA-8E97-4BDED082C5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9C99-AFB5-4D06-82B1-B5F635A3E968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208A-F9B5-4ABA-8E97-4BDED082C5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9C99-AFB5-4D06-82B1-B5F635A3E968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208A-F9B5-4ABA-8E97-4BDED082C5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9C99-AFB5-4D06-82B1-B5F635A3E968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208A-F9B5-4ABA-8E97-4BDED082C5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9C99-AFB5-4D06-82B1-B5F635A3E968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208A-F9B5-4ABA-8E97-4BDED082C5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9C99-AFB5-4D06-82B1-B5F635A3E968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208A-F9B5-4ABA-8E97-4BDED082C5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9C99-AFB5-4D06-82B1-B5F635A3E968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208A-F9B5-4ABA-8E97-4BDED082C5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9C99-AFB5-4D06-82B1-B5F635A3E968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208A-F9B5-4ABA-8E97-4BDED082C5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19C99-AFB5-4D06-82B1-B5F635A3E968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D208A-F9B5-4ABA-8E97-4BDED082C5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热力学基础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习题课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332656"/>
            <a:ext cx="8229600" cy="2661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403648" y="3717032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答：</a:t>
            </a:r>
            <a:r>
              <a:rPr lang="en-US" altLang="zh-CN" dirty="0" smtClean="0"/>
              <a:t>B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03188" y="188640"/>
            <a:ext cx="9247188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988840"/>
            <a:ext cx="6267450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11560" y="4437112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答：</a:t>
            </a:r>
            <a:r>
              <a:rPr lang="en-US" altLang="zh-CN" dirty="0" smtClean="0"/>
              <a:t>C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237663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2348880"/>
            <a:ext cx="653415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 flipH="1">
            <a:off x="827584" y="5589240"/>
            <a:ext cx="168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答：</a:t>
            </a:r>
            <a:r>
              <a:rPr lang="en-US" altLang="zh-CN" dirty="0" smtClean="0"/>
              <a:t>A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52736"/>
            <a:ext cx="9180513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996952"/>
            <a:ext cx="62293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836712"/>
            <a:ext cx="8466137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827584" y="2924944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答：</a:t>
            </a:r>
            <a:r>
              <a:rPr lang="en-US" altLang="zh-CN" dirty="0" smtClean="0"/>
              <a:t>D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0"/>
            <a:ext cx="870585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lum bright="-48000" contrast="36000"/>
          </a:blip>
          <a:srcRect/>
          <a:stretch>
            <a:fillRect/>
          </a:stretch>
        </p:blipFill>
        <p:spPr bwMode="auto">
          <a:xfrm>
            <a:off x="539552" y="2852936"/>
            <a:ext cx="504825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39552" y="5157192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答：</a:t>
            </a:r>
            <a:r>
              <a:rPr lang="en-US" altLang="zh-CN" dirty="0" smtClean="0"/>
              <a:t>A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8580437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lum bright="-15000"/>
          </a:blip>
          <a:srcRect/>
          <a:stretch>
            <a:fillRect/>
          </a:stretch>
        </p:blipFill>
        <p:spPr bwMode="auto">
          <a:xfrm>
            <a:off x="1115616" y="3789040"/>
            <a:ext cx="5648325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92696"/>
            <a:ext cx="8770937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043608" y="5301208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答：</a:t>
            </a:r>
            <a:r>
              <a:rPr lang="en-US" altLang="zh-CN" dirty="0" smtClean="0"/>
              <a:t>C</a:t>
            </a:r>
            <a:endParaRPr lang="zh-CN" alt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2780928"/>
            <a:ext cx="6389687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980728"/>
            <a:ext cx="7837487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lum bright="-13000"/>
          </a:blip>
          <a:srcRect/>
          <a:stretch>
            <a:fillRect/>
          </a:stretch>
        </p:blipFill>
        <p:spPr bwMode="auto">
          <a:xfrm>
            <a:off x="1259632" y="3068960"/>
            <a:ext cx="5380961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48680"/>
            <a:ext cx="8885237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331640" y="1916832"/>
          <a:ext cx="4904072" cy="681732"/>
        </p:xfrm>
        <a:graphic>
          <a:graphicData uri="http://schemas.openxmlformats.org/presentationml/2006/ole">
            <p:oleObj spid="_x0000_s10244" name="Equation" r:id="rId4" imgW="2831760" imgH="3934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4664"/>
            <a:ext cx="8999537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>
            <a:lum bright="-20000"/>
          </a:blip>
          <a:srcRect/>
          <a:stretch>
            <a:fillRect/>
          </a:stretch>
        </p:blipFill>
        <p:spPr bwMode="auto">
          <a:xfrm>
            <a:off x="971600" y="2204864"/>
            <a:ext cx="7235831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76672"/>
            <a:ext cx="9075737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25961" y="1412776"/>
          <a:ext cx="7258407" cy="4752528"/>
        </p:xfrm>
        <a:graphic>
          <a:graphicData uri="http://schemas.openxmlformats.org/presentationml/2006/ole">
            <p:oleObj spid="_x0000_s12291" name="Equation" r:id="rId4" imgW="4267080" imgH="279396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775" y="3341688"/>
            <a:ext cx="8932863" cy="18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32656"/>
            <a:ext cx="8970963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83568" y="1988840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答：热功转换、热传导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787" y="0"/>
            <a:ext cx="9066213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lum bright="-25000"/>
          </a:blip>
          <a:srcRect/>
          <a:stretch>
            <a:fillRect/>
          </a:stretch>
        </p:blipFill>
        <p:spPr bwMode="auto">
          <a:xfrm>
            <a:off x="611560" y="2348880"/>
            <a:ext cx="6256414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755576" y="5949280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答：</a:t>
            </a:r>
            <a:r>
              <a:rPr lang="en-US" altLang="zh-CN" dirty="0" smtClean="0"/>
              <a:t>A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48680"/>
            <a:ext cx="9009063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5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420888"/>
            <a:ext cx="5524500" cy="41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8640"/>
            <a:ext cx="9094787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lum bright="-18000"/>
          </a:blip>
          <a:srcRect/>
          <a:stretch>
            <a:fillRect/>
          </a:stretch>
        </p:blipFill>
        <p:spPr bwMode="auto">
          <a:xfrm>
            <a:off x="1115616" y="1988840"/>
            <a:ext cx="5491557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4664"/>
            <a:ext cx="8828087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>
            <a:lum bright="-15000"/>
          </a:blip>
          <a:srcRect/>
          <a:stretch>
            <a:fillRect/>
          </a:stretch>
        </p:blipFill>
        <p:spPr bwMode="auto">
          <a:xfrm>
            <a:off x="755576" y="2060848"/>
            <a:ext cx="7116668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76672"/>
            <a:ext cx="8999537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lum bright="-15000"/>
          </a:blip>
          <a:srcRect/>
          <a:stretch>
            <a:fillRect/>
          </a:stretch>
        </p:blipFill>
        <p:spPr bwMode="auto">
          <a:xfrm>
            <a:off x="899592" y="1844824"/>
            <a:ext cx="55626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48680"/>
            <a:ext cx="8999537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lum bright="-15000"/>
          </a:blip>
          <a:srcRect/>
          <a:stretch>
            <a:fillRect/>
          </a:stretch>
        </p:blipFill>
        <p:spPr bwMode="auto">
          <a:xfrm>
            <a:off x="827584" y="3717032"/>
            <a:ext cx="5385966" cy="1441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548680"/>
            <a:ext cx="5915025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lum bright="-15000"/>
          </a:blip>
          <a:srcRect/>
          <a:stretch>
            <a:fillRect/>
          </a:stretch>
        </p:blipFill>
        <p:spPr bwMode="auto">
          <a:xfrm>
            <a:off x="1115616" y="2348880"/>
            <a:ext cx="6316613" cy="320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404664"/>
            <a:ext cx="5857875" cy="437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lum bright="-15000"/>
          </a:blip>
          <a:srcRect/>
          <a:stretch>
            <a:fillRect/>
          </a:stretch>
        </p:blipFill>
        <p:spPr bwMode="auto">
          <a:xfrm>
            <a:off x="3635896" y="1988840"/>
            <a:ext cx="4695334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32</Words>
  <Application>Microsoft Office PowerPoint</Application>
  <PresentationFormat>全屏显示(4:3)</PresentationFormat>
  <Paragraphs>10</Paragraphs>
  <Slides>22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4" baseType="lpstr">
      <vt:lpstr>Office 主题</vt:lpstr>
      <vt:lpstr>MathType 6.0 Equation</vt:lpstr>
      <vt:lpstr>热力学基础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</vt:vector>
  </TitlesOfParts>
  <Company>china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热力学基础</dc:title>
  <dc:creator>Administrator</dc:creator>
  <cp:lastModifiedBy>Administrator</cp:lastModifiedBy>
  <cp:revision>5</cp:revision>
  <dcterms:created xsi:type="dcterms:W3CDTF">2022-12-13T05:34:30Z</dcterms:created>
  <dcterms:modified xsi:type="dcterms:W3CDTF">2022-12-13T06:46:34Z</dcterms:modified>
</cp:coreProperties>
</file>