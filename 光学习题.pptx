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4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947275"/>
  <p:custDataLst>
    <p:tags r:id="rId4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0" y="14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2E182-508C-4DED-A469-D86AA9CBA702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7DB2F-0EF6-4D03-9AC3-4E0DA6812F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8346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2024/10/31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16.bin"/><Relationship Id="rId2" Type="http://schemas.openxmlformats.org/officeDocument/2006/relationships/tags" Target="../tags/tag8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3.wmf"/><Relationship Id="rId2" Type="http://schemas.openxmlformats.org/officeDocument/2006/relationships/tags" Target="../tags/tag91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7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7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zh-CN"/>
              <a:t>光学习题课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06525" y="1989455"/>
            <a:ext cx="8905875" cy="18954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17675" y="4305300"/>
            <a:ext cx="2529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答：</a:t>
            </a:r>
            <a:r>
              <a:rPr lang="en-US" altLang="zh-CN"/>
              <a:t>A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8953500" cy="1514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96315" y="2728595"/>
            <a:ext cx="2441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答：</a:t>
            </a:r>
            <a:r>
              <a:rPr lang="en-US" altLang="zh-CN"/>
              <a:t>D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330" y="608330"/>
            <a:ext cx="8924925" cy="18002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8235" y="2807335"/>
            <a:ext cx="2929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答：</a:t>
            </a:r>
            <a:r>
              <a:rPr lang="en-US" altLang="zh-CN"/>
              <a:t>C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0050" y="269240"/>
            <a:ext cx="9210675" cy="2428875"/>
          </a:xfrm>
          <a:prstGeom prst="rect">
            <a:avLst/>
          </a:prstGeom>
        </p:spPr>
      </p:pic>
      <p:graphicFrame>
        <p:nvGraphicFramePr>
          <p:cNvPr id="5" name="对象 4"/>
          <p:cNvGraphicFramePr/>
          <p:nvPr/>
        </p:nvGraphicFramePr>
        <p:xfrm>
          <a:off x="1393190" y="3117850"/>
          <a:ext cx="5709920" cy="190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5" imgW="5162550" imgH="1419225" progId="Paint.Picture">
                  <p:embed/>
                </p:oleObj>
              </mc:Choice>
              <mc:Fallback>
                <p:oleObj r:id="rId5" imgW="5162550" imgH="14192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3190" y="3117850"/>
                        <a:ext cx="5709920" cy="1908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1795" y="297815"/>
            <a:ext cx="9115425" cy="1838325"/>
          </a:xfrm>
          <a:prstGeom prst="rect">
            <a:avLst/>
          </a:prstGeom>
        </p:spPr>
      </p:pic>
      <p:graphicFrame>
        <p:nvGraphicFramePr>
          <p:cNvPr id="5" name="对象 4"/>
          <p:cNvGraphicFramePr/>
          <p:nvPr/>
        </p:nvGraphicFramePr>
        <p:xfrm>
          <a:off x="1186815" y="2400935"/>
          <a:ext cx="4624070" cy="2056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5" imgW="4048125" imgH="1524000" progId="Paint.Picture">
                  <p:embed/>
                </p:oleObj>
              </mc:Choice>
              <mc:Fallback>
                <p:oleObj r:id="rId5" imgW="4048125" imgH="15240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6815" y="2400935"/>
                        <a:ext cx="4624070" cy="2056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5140" y="191770"/>
            <a:ext cx="9305925" cy="17621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5215" y="2640965"/>
            <a:ext cx="1797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答：</a:t>
            </a:r>
            <a:r>
              <a:rPr lang="en-US" altLang="zh-CN"/>
              <a:t>B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267825" cy="1476375"/>
          </a:xfrm>
          <a:prstGeom prst="rect">
            <a:avLst/>
          </a:prstGeom>
        </p:spPr>
      </p:pic>
      <p:graphicFrame>
        <p:nvGraphicFramePr>
          <p:cNvPr id="5" name="对象 4"/>
          <p:cNvGraphicFramePr/>
          <p:nvPr/>
        </p:nvGraphicFramePr>
        <p:xfrm>
          <a:off x="887730" y="2882265"/>
          <a:ext cx="5542280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5" imgW="4086225" imgH="771525" progId="Paint.Picture">
                  <p:embed/>
                </p:oleObj>
              </mc:Choice>
              <mc:Fallback>
                <p:oleObj r:id="rId5" imgW="4086225" imgH="7715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7730" y="2882265"/>
                        <a:ext cx="5542280" cy="1093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2415" y="389890"/>
            <a:ext cx="9086850" cy="1943100"/>
          </a:xfrm>
          <a:prstGeom prst="rect">
            <a:avLst/>
          </a:prstGeom>
        </p:spPr>
      </p:pic>
      <p:graphicFrame>
        <p:nvGraphicFramePr>
          <p:cNvPr id="5" name="对象 4"/>
          <p:cNvGraphicFramePr/>
          <p:nvPr/>
        </p:nvGraphicFramePr>
        <p:xfrm>
          <a:off x="969645" y="2838450"/>
          <a:ext cx="7715520" cy="157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5" imgW="5143500" imgH="1047750" progId="Paint.Picture">
                  <p:embed/>
                </p:oleObj>
              </mc:Choice>
              <mc:Fallback>
                <p:oleObj r:id="rId5" imgW="5143500" imgH="10477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69645" y="2838450"/>
                        <a:ext cx="7715520" cy="157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1955" y="403860"/>
            <a:ext cx="9048750" cy="14668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23240" y="2766060"/>
          <a:ext cx="6730987" cy="19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5" imgW="4486275" imgH="1276350" progId="Paint.Picture">
                  <p:embed/>
                </p:oleObj>
              </mc:Choice>
              <mc:Fallback>
                <p:oleObj r:id="rId5" imgW="4486275" imgH="12763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3240" y="2766060"/>
                        <a:ext cx="6730987" cy="191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2890" y="408940"/>
            <a:ext cx="9010650" cy="9048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97840" y="2329180"/>
          <a:ext cx="5199758" cy="9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5" imgW="3467100" imgH="619125" progId="Paint.Picture">
                  <p:embed/>
                </p:oleObj>
              </mc:Choice>
              <mc:Fallback>
                <p:oleObj r:id="rId5" imgW="3467100" imgH="6191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7840" y="2329180"/>
                        <a:ext cx="5199758" cy="9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4805" y="451485"/>
            <a:ext cx="9163050" cy="10191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734310"/>
          <a:ext cx="8228826" cy="9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r:id="rId5" imgW="5486400" imgH="619125" progId="Paint.Picture">
                  <p:embed/>
                </p:oleObj>
              </mc:Choice>
              <mc:Fallback>
                <p:oleObj r:id="rId5" imgW="5486400" imgH="6191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734310"/>
                        <a:ext cx="8228826" cy="9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440055"/>
            <a:ext cx="8724900" cy="12954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393950"/>
          <a:ext cx="7515589" cy="2486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r:id="rId5" imgW="5010150" imgH="1657350" progId="Paint.Picture">
                  <p:embed/>
                </p:oleObj>
              </mc:Choice>
              <mc:Fallback>
                <p:oleObj r:id="rId5" imgW="5010150" imgH="16573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393950"/>
                        <a:ext cx="7515589" cy="2486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94690"/>
            <a:ext cx="9048750" cy="1371600"/>
          </a:xfrm>
          <a:prstGeom prst="rect">
            <a:avLst/>
          </a:prstGeom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52170" y="2609215"/>
          <a:ext cx="8001426" cy="2528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r:id="rId5" imgW="5334000" imgH="1685925" progId="Paint.Picture">
                  <p:embed/>
                </p:oleObj>
              </mc:Choice>
              <mc:Fallback>
                <p:oleObj r:id="rId5" imgW="5334000" imgH="168592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2170" y="2609215"/>
                        <a:ext cx="8001426" cy="2528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029700" cy="13620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571115"/>
          <a:ext cx="9260033" cy="2572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r:id="rId5" imgW="6172200" imgH="1714500" progId="Paint.Picture">
                  <p:embed/>
                </p:oleObj>
              </mc:Choice>
              <mc:Fallback>
                <p:oleObj r:id="rId5" imgW="6172200" imgH="17145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571115"/>
                        <a:ext cx="9260033" cy="2572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523240"/>
            <a:ext cx="8934450" cy="8763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76020" y="1957070"/>
          <a:ext cx="7286996" cy="222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r:id="rId5" imgW="4857750" imgH="1485900" progId="Paint.Picture">
                  <p:embed/>
                </p:oleObj>
              </mc:Choice>
              <mc:Fallback>
                <p:oleObj r:id="rId5" imgW="4857750" imgH="14859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76020" y="1957070"/>
                        <a:ext cx="7286996" cy="2229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302260"/>
            <a:ext cx="9067800" cy="19621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77875" y="2880360"/>
          <a:ext cx="8073055" cy="157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r:id="rId5" imgW="5381625" imgH="1047750" progId="Paint.Picture">
                  <p:embed/>
                </p:oleObj>
              </mc:Choice>
              <mc:Fallback>
                <p:oleObj r:id="rId5" imgW="5381625" imgH="10477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7875" y="2880360"/>
                        <a:ext cx="8073055" cy="157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25805" y="436880"/>
            <a:ext cx="8924925" cy="12192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623820"/>
          <a:ext cx="6816737" cy="142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r:id="rId5" imgW="4543425" imgH="952500" progId="Paint.Picture">
                  <p:embed/>
                </p:oleObj>
              </mc:Choice>
              <mc:Fallback>
                <p:oleObj r:id="rId5" imgW="4543425" imgH="9525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623820"/>
                        <a:ext cx="6816737" cy="1428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8877300" cy="11906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05180" y="2849880"/>
          <a:ext cx="6612165" cy="64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r:id="rId5" imgW="4410075" imgH="428625" progId="Paint.Picture">
                  <p:embed/>
                </p:oleObj>
              </mc:Choice>
              <mc:Fallback>
                <p:oleObj r:id="rId5" imgW="4410075" imgH="4286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5180" y="2849880"/>
                        <a:ext cx="6612165" cy="643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2920" y="491490"/>
            <a:ext cx="8943975" cy="15335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895985" y="2566670"/>
          <a:ext cx="8013795" cy="167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r:id="rId5" imgW="5343525" imgH="1114425" progId="Paint.Picture">
                  <p:embed/>
                </p:oleObj>
              </mc:Choice>
              <mc:Fallback>
                <p:oleObj r:id="rId5" imgW="5343525" imgH="11144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5985" y="2566670"/>
                        <a:ext cx="8013795" cy="167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1308100" y="4566920"/>
          <a:ext cx="1428840" cy="95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r:id="rId7" imgW="952500" imgH="638175" progId="Paint.Picture">
                  <p:embed/>
                </p:oleObj>
              </mc:Choice>
              <mc:Fallback>
                <p:oleObj r:id="rId7" imgW="952500" imgH="638175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8100" y="4566920"/>
                        <a:ext cx="1428840" cy="95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9270" y="433070"/>
            <a:ext cx="9077325" cy="14573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91260" y="2430780"/>
          <a:ext cx="6643837" cy="3100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r:id="rId5" imgW="4429125" imgH="2066925" progId="Paint.Picture">
                  <p:embed/>
                </p:oleObj>
              </mc:Choice>
              <mc:Fallback>
                <p:oleObj r:id="rId5" imgW="4429125" imgH="20669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1260" y="2430780"/>
                        <a:ext cx="6643837" cy="3100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236220"/>
            <a:ext cx="9058275" cy="21907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14400" y="2950845"/>
          <a:ext cx="8129386" cy="2014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r:id="rId5" imgW="5419725" imgH="1343025" progId="Paint.Picture">
                  <p:embed/>
                </p:oleObj>
              </mc:Choice>
              <mc:Fallback>
                <p:oleObj r:id="rId5" imgW="5419725" imgH="13430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2950845"/>
                        <a:ext cx="8129386" cy="2014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8330" y="451485"/>
            <a:ext cx="9029700" cy="21240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6005" y="2820670"/>
            <a:ext cx="2841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答：</a:t>
            </a:r>
            <a:r>
              <a:rPr lang="en-US" altLang="zh-CN"/>
              <a:t>D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020175" cy="19431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39190" y="2874645"/>
          <a:ext cx="6957846" cy="3300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r:id="rId5" imgW="4638675" imgH="2200275" progId="Paint.Picture">
                  <p:embed/>
                </p:oleObj>
              </mc:Choice>
              <mc:Fallback>
                <p:oleObj r:id="rId5" imgW="4638675" imgH="22002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39190" y="2874645"/>
                        <a:ext cx="6957846" cy="3300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8934450" cy="1600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25" y="2040890"/>
            <a:ext cx="8572500" cy="762000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114425" y="3367405"/>
          <a:ext cx="7143005" cy="18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r:id="rId6" imgW="4762500" imgH="1238250" progId="Paint.Picture">
                  <p:embed/>
                </p:oleObj>
              </mc:Choice>
              <mc:Fallback>
                <p:oleObj r:id="rId6" imgW="4762500" imgH="12382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4425" y="3367405"/>
                        <a:ext cx="7143005" cy="18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7500" y="608330"/>
            <a:ext cx="9144000" cy="20669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0135" y="3136900"/>
            <a:ext cx="2282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答：</a:t>
            </a:r>
            <a:r>
              <a:rPr lang="en-US" altLang="zh-CN"/>
              <a:t>B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6095" y="608330"/>
            <a:ext cx="9010650" cy="18097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96950" y="3202940"/>
          <a:ext cx="7128894" cy="2314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r:id="rId5" imgW="4752975" imgH="1543050" progId="Paint.Picture">
                  <p:embed/>
                </p:oleObj>
              </mc:Choice>
              <mc:Fallback>
                <p:oleObj r:id="rId5" imgW="4752975" imgH="15430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6950" y="3202940"/>
                        <a:ext cx="7128894" cy="2314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8934450" cy="9429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42340" y="2595245"/>
          <a:ext cx="7986283" cy="1442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r:id="rId5" imgW="5324475" imgH="962025" progId="Paint.Picture">
                  <p:embed/>
                </p:oleObj>
              </mc:Choice>
              <mc:Fallback>
                <p:oleObj r:id="rId5" imgW="5324475" imgH="9620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2340" y="2595245"/>
                        <a:ext cx="7986283" cy="1442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82905" y="608330"/>
            <a:ext cx="9039225" cy="9144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74370" y="2964180"/>
          <a:ext cx="8457219" cy="9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r:id="rId5" imgW="5638800" imgH="619125" progId="Paint.Picture">
                  <p:embed/>
                </p:oleObj>
              </mc:Choice>
              <mc:Fallback>
                <p:oleObj r:id="rId5" imgW="5638800" imgH="6191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4370" y="2964180"/>
                        <a:ext cx="8457219" cy="9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87985" y="711200"/>
            <a:ext cx="9124950" cy="8763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31545" y="2719070"/>
          <a:ext cx="5615851" cy="172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r:id="rId5" imgW="3743325" imgH="1152525" progId="Paint.Picture">
                  <p:embed/>
                </p:oleObj>
              </mc:Choice>
              <mc:Fallback>
                <p:oleObj r:id="rId5" imgW="3743325" imgH="11525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1545" y="2719070"/>
                        <a:ext cx="5615851" cy="1728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039225" cy="8477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279015"/>
          <a:ext cx="7370668" cy="210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r:id="rId5" imgW="4914900" imgH="1400175" progId="Paint.Picture">
                  <p:embed/>
                </p:oleObj>
              </mc:Choice>
              <mc:Fallback>
                <p:oleObj r:id="rId5" imgW="4914900" imgH="14001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279015"/>
                        <a:ext cx="7370668" cy="2100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720090"/>
            <a:ext cx="8972550" cy="8096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879090"/>
          <a:ext cx="8613339" cy="1099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r:id="rId5" imgW="5743575" imgH="733425" progId="Paint.Picture">
                  <p:embed/>
                </p:oleObj>
              </mc:Choice>
              <mc:Fallback>
                <p:oleObj r:id="rId5" imgW="5743575" imgH="7334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879090"/>
                        <a:ext cx="8613339" cy="1099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010650" cy="13620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457450"/>
          <a:ext cx="8386608" cy="345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r:id="rId5" imgW="5591175" imgH="2305050" progId="Paint.Picture">
                  <p:embed/>
                </p:oleObj>
              </mc:Choice>
              <mc:Fallback>
                <p:oleObj r:id="rId5" imgW="5591175" imgH="23050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457450"/>
                        <a:ext cx="8386608" cy="3457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08000" y="608330"/>
            <a:ext cx="8982075" cy="8477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41705" y="2710815"/>
          <a:ext cx="7658555" cy="2043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r:id="rId5" imgW="5105400" imgH="1362075" progId="Paint.Picture">
                  <p:embed/>
                </p:oleObj>
              </mc:Choice>
              <mc:Fallback>
                <p:oleObj r:id="rId5" imgW="5105400" imgH="13620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1705" y="2710815"/>
                        <a:ext cx="7658555" cy="2043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029700" cy="9239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544445"/>
          <a:ext cx="7973489" cy="261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r:id="rId5" imgW="5314950" imgH="1743075" progId="Paint.Picture">
                  <p:embed/>
                </p:oleObj>
              </mc:Choice>
              <mc:Fallback>
                <p:oleObj r:id="rId5" imgW="5314950" imgH="17430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544445"/>
                        <a:ext cx="7973489" cy="2614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83235" y="608330"/>
            <a:ext cx="9105900" cy="15049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08330" y="2760980"/>
          <a:ext cx="7485301" cy="22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r:id="rId5" imgW="4991100" imgH="1504950" progId="Paint.Picture">
                  <p:embed/>
                </p:oleObj>
              </mc:Choice>
              <mc:Fallback>
                <p:oleObj r:id="rId5" imgW="4991100" imgH="15049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330" y="2760980"/>
                        <a:ext cx="7485301" cy="22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8795" y="608330"/>
            <a:ext cx="9105900" cy="14668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28345" y="2204085"/>
          <a:ext cx="8686733" cy="374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2" r:id="rId5" imgW="5791200" imgH="2495550" progId="Paint.Picture">
                  <p:embed/>
                </p:oleObj>
              </mc:Choice>
              <mc:Fallback>
                <p:oleObj r:id="rId5" imgW="5791200" imgH="24955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8345" y="2204085"/>
                        <a:ext cx="8686733" cy="3743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34340" y="608330"/>
            <a:ext cx="9105900" cy="10096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49935" y="2468245"/>
          <a:ext cx="6400486" cy="131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6" r:id="rId5" imgW="4267200" imgH="876300" progId="Paint.Picture">
                  <p:embed/>
                </p:oleObj>
              </mc:Choice>
              <mc:Fallback>
                <p:oleObj r:id="rId5" imgW="4267200" imgH="8763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9935" y="2468245"/>
                        <a:ext cx="6400486" cy="1314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039225" cy="13716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92860" y="2814955"/>
          <a:ext cx="7045520" cy="1585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r:id="rId5" imgW="4695825" imgH="1057275" progId="Paint.Picture">
                  <p:embed/>
                </p:oleObj>
              </mc:Choice>
              <mc:Fallback>
                <p:oleObj r:id="rId5" imgW="4695825" imgH="10572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92860" y="2814955"/>
                        <a:ext cx="7045520" cy="1585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608330"/>
            <a:ext cx="9039225" cy="100965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932815" y="2135505"/>
          <a:ext cx="7542447" cy="285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r:id="rId5" imgW="5029200" imgH="1905000" progId="Paint.Picture">
                  <p:embed/>
                </p:oleObj>
              </mc:Choice>
              <mc:Fallback>
                <p:oleObj r:id="rId5" imgW="5029200" imgH="19050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2815" y="2135505"/>
                        <a:ext cx="7542447" cy="285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33755" y="1313815"/>
            <a:ext cx="9010650" cy="9810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16330" y="3268980"/>
          <a:ext cx="7970617" cy="164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r:id="rId5" imgW="5314950" imgH="1095375" progId="Paint.Picture">
                  <p:embed/>
                </p:oleObj>
              </mc:Choice>
              <mc:Fallback>
                <p:oleObj r:id="rId5" imgW="5314950" imgH="10953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6330" y="3268980"/>
                        <a:ext cx="7970617" cy="164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8330" y="509270"/>
            <a:ext cx="8934450" cy="15716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33500" y="3041650"/>
          <a:ext cx="6887173" cy="134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r:id="rId5" imgW="4591050" imgH="895350" progId="Paint.Picture">
                  <p:embed/>
                </p:oleObj>
              </mc:Choice>
              <mc:Fallback>
                <p:oleObj r:id="rId5" imgW="4591050" imgH="8953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3500" y="3041650"/>
                        <a:ext cx="6887173" cy="1342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19150" y="608330"/>
            <a:ext cx="8991600" cy="22383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34745" y="3564255"/>
          <a:ext cx="8360012" cy="207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r:id="rId5" imgW="5572125" imgH="1381125" progId="Paint.Picture">
                  <p:embed/>
                </p:oleObj>
              </mc:Choice>
              <mc:Fallback>
                <p:oleObj r:id="rId5" imgW="5572125" imgH="13811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34745" y="3564255"/>
                        <a:ext cx="8360012" cy="207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FlOTQ0YmRhZWIxNmVkMDU1MzQwNjE0NDZhODM0M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985,&quot;width&quot;:1402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</Words>
  <Application>Microsoft Office PowerPoint</Application>
  <PresentationFormat>宽屏</PresentationFormat>
  <Paragraphs>7</Paragraphs>
  <Slides>43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等线</vt:lpstr>
      <vt:lpstr>微软雅黑</vt:lpstr>
      <vt:lpstr>Arial</vt:lpstr>
      <vt:lpstr>Wingdings</vt:lpstr>
      <vt:lpstr>Office 主题​​</vt:lpstr>
      <vt:lpstr>Bitmap Image</vt:lpstr>
      <vt:lpstr>光学习题课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光学习题课</dc:title>
  <dc:creator/>
  <cp:lastModifiedBy>User</cp:lastModifiedBy>
  <cp:revision>182</cp:revision>
  <cp:lastPrinted>2024-10-31T04:36:13Z</cp:lastPrinted>
  <dcterms:created xsi:type="dcterms:W3CDTF">2019-06-19T02:08:00Z</dcterms:created>
  <dcterms:modified xsi:type="dcterms:W3CDTF">2024-10-31T04:38:09Z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CDEAB9C1807F48DBAFC433938B1A6394</vt:lpwstr>
  </property>
</Properties>
</file>