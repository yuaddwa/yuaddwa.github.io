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2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28328-0E21-46B8-8AA3-1C07163D9D51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1B178-CF67-4FEF-BC72-73B164FB4C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21B178-CF67-4FEF-BC72-73B164FB4C6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7873E-2308-4DFB-95E6-0FA4E3BA9207}" type="datetimeFigureOut">
              <a:rPr lang="zh-CN" altLang="en-US" smtClean="0"/>
              <a:pPr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15216-13D7-43AD-A1C9-DF41A111CEC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振动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习题课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253" y="3212981"/>
            <a:ext cx="7994103" cy="3209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76672"/>
            <a:ext cx="8064896" cy="303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501008"/>
            <a:ext cx="5638903" cy="306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32656"/>
            <a:ext cx="85248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内容占位符 3"/>
          <p:cNvGraphicFramePr>
            <a:graphicFrameLocks/>
          </p:cNvGraphicFramePr>
          <p:nvPr>
            <p:ph idx="1"/>
          </p:nvPr>
        </p:nvGraphicFramePr>
        <p:xfrm>
          <a:off x="899795" y="2780665"/>
          <a:ext cx="6677025" cy="3333750"/>
        </p:xfrm>
        <a:graphic>
          <a:graphicData uri="http://schemas.openxmlformats.org/presentationml/2006/ole">
            <p:oleObj spid="_x0000_s1025" r:id="rId4" imgW="6676190" imgH="3333333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564" y="188640"/>
            <a:ext cx="8743916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7" y="3356992"/>
            <a:ext cx="8199423" cy="2825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6"/>
            <a:ext cx="882047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2756076"/>
            <a:ext cx="8669471" cy="3193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140968"/>
            <a:ext cx="746873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3024" y="476672"/>
            <a:ext cx="9217024" cy="187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212976"/>
            <a:ext cx="2834315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32722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591831"/>
            <a:ext cx="8229600" cy="254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8676456" cy="170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24944"/>
            <a:ext cx="8043427" cy="3071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900157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501008"/>
            <a:ext cx="8172400" cy="277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852936"/>
            <a:ext cx="8102062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92696"/>
            <a:ext cx="896302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04665"/>
            <a:ext cx="8643965" cy="116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2348880"/>
            <a:ext cx="8799487" cy="3242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5016" cy="86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852936"/>
            <a:ext cx="8748464" cy="1318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04664"/>
            <a:ext cx="9144000" cy="94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708920"/>
            <a:ext cx="8439042" cy="252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82" y="260648"/>
            <a:ext cx="9091622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492896"/>
            <a:ext cx="7351149" cy="4044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476672"/>
            <a:ext cx="899487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996952"/>
            <a:ext cx="8114680" cy="2271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8984798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00200"/>
            <a:ext cx="5637108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116632"/>
            <a:ext cx="9231608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2132856"/>
            <a:ext cx="8840367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9144000" cy="1111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04864"/>
            <a:ext cx="804614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9" y="764704"/>
            <a:ext cx="8721341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710658"/>
            <a:ext cx="7488832" cy="3008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889298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348880"/>
            <a:ext cx="742511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32656"/>
            <a:ext cx="8820472" cy="1673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2060848"/>
            <a:ext cx="8969954" cy="3528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cb44a90-1fbf-4c56-ad7b-155e93ebc434"/>
  <p:tag name="COMMONDATA" val="eyJoZGlkIjoiZmFlOTQ0YmRhZWIxNmVkMDU1MzQwNjE0NDZhODM0Mm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</Words>
  <Application>WPS 演示</Application>
  <PresentationFormat>全屏显示(4:3)</PresentationFormat>
  <Paragraphs>3</Paragraphs>
  <Slides>23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Office 主题</vt:lpstr>
      <vt:lpstr>振动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</vt:vector>
  </TitlesOfParts>
  <Company>china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振动</dc:title>
  <dc:creator>Administrator</dc:creator>
  <cp:lastModifiedBy>Admin</cp:lastModifiedBy>
  <cp:revision>13</cp:revision>
  <dcterms:created xsi:type="dcterms:W3CDTF">2022-09-13T03:05:00Z</dcterms:created>
  <dcterms:modified xsi:type="dcterms:W3CDTF">2024-09-24T02:30:27Z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296C052E6F5A40AF97CA937097E4200C_12</vt:lpwstr>
  </property>
  <property fmtid="{D5CDD505-2E9C-101B-9397-08002B2CF9AE}" pid="3" name="KSOProductBuildVer">
    <vt:lpwstr>2052-11.1.0.14309</vt:lpwstr>
  </property>
</Properties>
</file>